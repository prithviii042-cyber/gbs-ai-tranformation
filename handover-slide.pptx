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7665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Transfer — Project Handover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52144"/>
            <a:ext cx="1371600" cy="731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handover of the full operation to RCPL’s transformation team (who own steady-state); and, only where RCPL chooses a sourcing partner, a parallel transfer to a third-party GCC/BPO provider.</a:t>
            </a:r>
            <a:endParaRPr lang="en-US" sz="1250" dirty="0"/>
          </a:p>
        </p:txBody>
      </p:sp>
      <p:sp>
        <p:nvSpPr>
          <p:cNvPr id="6" name="Shape 2"/>
          <p:cNvSpPr/>
          <p:nvPr/>
        </p:nvSpPr>
        <p:spPr>
          <a:xfrm>
            <a:off x="6089904" y="1828800"/>
            <a:ext cx="0" cy="3383280"/>
          </a:xfrm>
          <a:prstGeom prst="line">
            <a:avLst/>
          </a:prstGeom>
          <a:noFill/>
          <a:ln w="12700">
            <a:solidFill>
              <a:srgbClr val="D8D8DE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60120" y="1810512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111114"/>
          </a:solidFill>
          <a:ln/>
        </p:spPr>
      </p:sp>
      <p:sp>
        <p:nvSpPr>
          <p:cNvPr id="8" name="Text 4"/>
          <p:cNvSpPr/>
          <p:nvPr/>
        </p:nvSpPr>
        <p:spPr>
          <a:xfrm>
            <a:off x="960120" y="1810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to RCPL transformation team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23957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of service delivery &amp; support activities → RCPL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85800" y="27432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planning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playbook development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support operations handover (SSC — all 10 towers)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and IT management handover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support with stabilization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assurance services</a:t>
            </a:r>
            <a:endParaRPr lang="en-US" sz="110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Post-transfer assistance</a:t>
            </a:r>
            <a:endParaRPr lang="en-US" sz="1100" dirty="0"/>
          </a:p>
          <a:p>
            <a:pPr marL="203200" indent="-203200">
              <a:buSzPct val="100000"/>
              <a:buChar char="▪"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protocols and business contingency measures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656832" y="1810512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8A8A90"/>
          </a:solidFill>
          <a:ln/>
        </p:spPr>
      </p:sp>
      <p:sp>
        <p:nvSpPr>
          <p:cNvPr id="12" name="Text 8"/>
          <p:cNvSpPr/>
          <p:nvPr/>
        </p:nvSpPr>
        <p:spPr>
          <a:xfrm>
            <a:off x="6656832" y="18105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to third-party service provider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245352" y="23957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support and resource rebadging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382512" y="274320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transition strategy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selection and contracting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rebadging plan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change and communication plan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incentivization plan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roadmap with go-live, cutover plans and handover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onboarding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support and progress-tracking dashboards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go-live stabilization</a:t>
            </a:r>
            <a:endParaRPr lang="en-US" sz="1050" dirty="0"/>
          </a:p>
          <a:p>
            <a:pPr marL="203200" indent="-203200">
              <a:buSzPct val="100000"/>
              <a:buChar char="▪"/>
            </a:pPr>
            <a:r>
              <a:rPr lang="en-US" sz="10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2F2F3"/>
          </a:solidFill>
          <a:ln w="12700">
            <a:solidFill>
              <a:srgbClr val="D8D8DE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5358384" y="5221224"/>
            <a:ext cx="1463040" cy="475488"/>
          </a:xfrm>
          <a:prstGeom prst="ellipse">
            <a:avLst/>
          </a:prstGeom>
          <a:solidFill>
            <a:srgbClr val="FFE600"/>
          </a:solidFill>
          <a:ln w="15875">
            <a:solidFill>
              <a:srgbClr val="111114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5358384" y="522122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assets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554480" y="58247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▪"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checklist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92040" y="58247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▪"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rebadging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680960" y="58247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▪"/>
            </a:pPr>
            <a:r>
              <a:rPr lang="en-US" sz="12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onboarding and handover plan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437376"/>
            <a:ext cx="457200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65760" y="6437376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914400" y="643737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F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EY’s Proposal towards “Reimagining RCPL’s GBS Operations”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11109960" y="6419088"/>
            <a:ext cx="384048" cy="301752"/>
          </a:xfrm>
          <a:prstGeom prst="parallelogram">
            <a:avLst/>
          </a:prstGeom>
          <a:solidFill>
            <a:srgbClr val="FFE600"/>
          </a:solidFill>
          <a:ln/>
        </p:spPr>
      </p:sp>
      <p:sp>
        <p:nvSpPr>
          <p:cNvPr id="25" name="Text 20"/>
          <p:cNvSpPr/>
          <p:nvPr/>
        </p:nvSpPr>
        <p:spPr>
          <a:xfrm>
            <a:off x="11384280" y="6400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2026-07-20T18:20:55Z</dcterms:created>
  <dcterms:modified xsi:type="dcterms:W3CDTF">2026-07-20T18:20:55Z</dcterms:modified>
</cp:coreProperties>
</file>