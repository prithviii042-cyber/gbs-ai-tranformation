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731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Transfer &amp; Handover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25296"/>
            <a:ext cx="1371600" cy="73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from Day 1 — RCPL fully owns the SSC, the modernised tech stack and the AI factory by M15; EY steps back to advisory-only thereafter.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548640" y="1874520"/>
            <a:ext cx="3529584" cy="2697480"/>
          </a:xfrm>
          <a:prstGeom prst="roundRect">
            <a:avLst>
              <a:gd name="adj" fmla="val 2712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49808" y="2075688"/>
            <a:ext cx="384048" cy="38404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8" name="Text 4"/>
          <p:cNvSpPr/>
          <p:nvPr/>
        </p:nvSpPr>
        <p:spPr>
          <a:xfrm>
            <a:off x="749808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25296" y="2075688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Milestones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68096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Shadow (~M6):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observes &amp; participates; can describe process + tooling end-to-end.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Reverse-shadow (~M9–12):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leads, EY supports; EY intervenes only on exception.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RCPL-led (~M12–14):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runs independently, EY on-call; stable for a defined period.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· Independent (~M15):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RCPL owns fully; EY moves to advisory-only.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15968" y="1874520"/>
            <a:ext cx="3529584" cy="2697480"/>
          </a:xfrm>
          <a:prstGeom prst="roundRect">
            <a:avLst>
              <a:gd name="adj" fmla="val 2712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17136" y="2075688"/>
            <a:ext cx="384048" cy="384048"/>
          </a:xfrm>
          <a:prstGeom prst="ellipse">
            <a:avLst/>
          </a:prstGeom>
          <a:solidFill>
            <a:srgbClr val="7A2A8F"/>
          </a:solidFill>
          <a:ln/>
        </p:spPr>
      </p:sp>
      <p:sp>
        <p:nvSpPr>
          <p:cNvPr id="13" name="Text 9"/>
          <p:cNvSpPr/>
          <p:nvPr/>
        </p:nvSpPr>
        <p:spPr>
          <a:xfrm>
            <a:off x="451713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92624" y="2075688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Mixed-Team Model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35424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RCPL FTE, Day 1: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RCPL staff embedded in every pod from the start.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pods: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expert paired with a named RCPL owner who progressively leads.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transfer: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 built while the work is done, never afterwards.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Tapering footprint: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role shifts lead → support → advisory across the waves.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83296" y="1874520"/>
            <a:ext cx="3529584" cy="2697480"/>
          </a:xfrm>
          <a:prstGeom prst="roundRect">
            <a:avLst>
              <a:gd name="adj" fmla="val 2712"/>
            </a:avLst>
          </a:prstGeom>
          <a:solidFill>
            <a:srgbClr val="FBFAFC"/>
          </a:solidFill>
          <a:ln w="12700">
            <a:solidFill>
              <a:srgbClr val="EAE6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84464" y="2075688"/>
            <a:ext cx="384048" cy="384048"/>
          </a:xfrm>
          <a:prstGeom prst="ellipse">
            <a:avLst/>
          </a:prstGeom>
          <a:solidFill>
            <a:srgbClr val="C10E5B"/>
          </a:solidFill>
          <a:ln/>
        </p:spPr>
      </p:sp>
      <p:sp>
        <p:nvSpPr>
          <p:cNvPr id="18" name="Text 14"/>
          <p:cNvSpPr/>
          <p:nvPr/>
        </p:nvSpPr>
        <p:spPr>
          <a:xfrm>
            <a:off x="8284464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⇥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759952" y="2075688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Readiness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302752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playbooks: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and process docs authored as we go, not at the end.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platform: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the SSC, data and AI platforms transferred.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academy: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curricula left in place for ongoing capability.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 intake: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over so RCPL keeps shipping new use cases post-M15.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guardrails:  </a:t>
            </a:r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tower, model risk and guardrails run by RCPL.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4EEF3"/>
          </a:solidFill>
          <a:ln w="12700">
            <a:solidFill>
              <a:srgbClr val="E6D6E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490118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10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transfers to RCPL at handover — the entire operation: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operations across all 10 towers  ·  modernised ERP &amp; integrated tech stack  ·  governed data lakehouse &amp; executive control tower  ·  the AI factory and its 100+ use-case pipeline  ·  governance, responsible-AI guardrails &amp; controls  ·  100% documentation (SOPs / RACI / KPIs)  ·  hired, trained and optimised people.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77240" y="5623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7A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RCPL becomes the Accountable Architect of its own System-Governed enterprise.</a:t>
            </a:r>
            <a:endParaRPr lang="en-US" sz="11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19088"/>
            <a:ext cx="457200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5760" y="64190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14400" y="64190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EY’s Proposal towards “Reimagining RCPL’s GBS Operations”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11109960" y="6400800"/>
            <a:ext cx="384048" cy="310896"/>
          </a:xfrm>
          <a:prstGeom prst="parallelogram">
            <a:avLst/>
          </a:prstGeom>
          <a:solidFill>
            <a:srgbClr val="FFE600"/>
          </a:solidFill>
          <a:ln/>
        </p:spPr>
      </p:sp>
      <p:sp>
        <p:nvSpPr>
          <p:cNvPr id="28" name="Text 23"/>
          <p:cNvSpPr/>
          <p:nvPr/>
        </p:nvSpPr>
        <p:spPr>
          <a:xfrm>
            <a:off x="11384280" y="6382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2026-07-20T18:02:42Z</dcterms:created>
  <dcterms:modified xsi:type="dcterms:W3CDTF">2026-07-20T18:02:42Z</dcterms:modified>
</cp:coreProperties>
</file>