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0" y="128016"/>
            <a:ext cx="7799832" cy="384048"/>
          </a:xfrm>
          <a:prstGeom prst="triangle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3036" y="310896"/>
            <a:ext cx="146304" cy="146304"/>
          </a:xfrm>
          <a:prstGeom prst="ellipse">
            <a:avLst/>
          </a:prstGeom>
          <a:solidFill>
            <a:srgbClr val="CFCFC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502920"/>
            <a:ext cx="10543032" cy="82296"/>
          </a:xfrm>
          <a:prstGeom prst="roundRect">
            <a:avLst>
              <a:gd name="adj" fmla="val 33333"/>
            </a:avLst>
          </a:prstGeom>
          <a:solidFill>
            <a:srgbClr val="ECECE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58368"/>
            <a:ext cx="10543032" cy="1280160"/>
          </a:xfrm>
          <a:prstGeom prst="roundRect">
            <a:avLst>
              <a:gd name="adj" fmla="val 6429"/>
            </a:avLst>
          </a:prstGeom>
          <a:solidFill>
            <a:srgbClr val="FBF5E2"/>
          </a:solidFill>
          <a:ln w="19050">
            <a:solidFill>
              <a:srgbClr val="E4D3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1323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roof  ·  Five agency levels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69264" y="1060704"/>
            <a:ext cx="196230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E4D3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060704"/>
            <a:ext cx="196230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Initiation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41294" y="1060704"/>
            <a:ext cx="196230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E4D3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41294" y="1060704"/>
            <a:ext cx="196230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Human Initiation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13325" y="1060704"/>
            <a:ext cx="196230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E4D3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3325" y="1060704"/>
            <a:ext cx="196230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System-Assisted Initiation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85355" y="1060704"/>
            <a:ext cx="196230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E4D3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5355" y="1060704"/>
            <a:ext cx="196230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System Initiation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257386" y="1060704"/>
            <a:ext cx="1962302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E4D3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7386" y="1060704"/>
            <a:ext cx="196230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8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Autonomy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048256"/>
            <a:ext cx="10543032" cy="1280160"/>
          </a:xfrm>
          <a:prstGeom prst="roundRect">
            <a:avLst>
              <a:gd name="adj" fmla="val 6429"/>
            </a:avLst>
          </a:prstGeom>
          <a:solidFill>
            <a:srgbClr val="E9F3EC"/>
          </a:solidFill>
          <a:ln w="19050">
            <a:solidFill>
              <a:srgbClr val="CBE1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1031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floors  ·  Six readiness dimensions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2359152"/>
            <a:ext cx="10543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dimension progresses from foundational to advanced capability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69264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5956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5956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and Decision Rights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22648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22648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Discipline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9340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9340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Skills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76032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6032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Enablement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602724" y="2578608"/>
            <a:ext cx="1616964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CBE1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2724" y="2578608"/>
            <a:ext cx="1616964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Readiness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9264" y="3090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capability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476488" y="30906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capability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" y="3438144"/>
            <a:ext cx="10543032" cy="137160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9050">
            <a:solidFill>
              <a:srgbClr val="CEDC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49300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walls  ·  Five archetypes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69264" y="3840480"/>
            <a:ext cx="196230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EDC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" y="3840480"/>
            <a:ext cx="1962302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Efficiency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41294" y="3840480"/>
            <a:ext cx="196230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EDC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41294" y="3840480"/>
            <a:ext cx="1962302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Intelligence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13325" y="3840480"/>
            <a:ext cx="196230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EDC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3325" y="3840480"/>
            <a:ext cx="1962302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Navigation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complexity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185355" y="3840480"/>
            <a:ext cx="196230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EDC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5355" y="3840480"/>
            <a:ext cx="1962302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System-Governed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autonomy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57386" y="3840480"/>
            <a:ext cx="1962302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EDC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57386" y="3840480"/>
            <a:ext cx="1962302" cy="877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Coherence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diversity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8A9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4919472"/>
            <a:ext cx="10543032" cy="896112"/>
          </a:xfrm>
          <a:prstGeom prst="roundRect">
            <a:avLst>
              <a:gd name="adj" fmla="val 9184"/>
            </a:avLst>
          </a:prstGeom>
          <a:solidFill>
            <a:srgbClr val="F0EAF7"/>
          </a:solidFill>
          <a:ln w="19050">
            <a:solidFill>
              <a:srgbClr val="D9CC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497433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pillars  ·  Five design levers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969264" y="5303520"/>
            <a:ext cx="196230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D9CC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9264" y="5303520"/>
            <a:ext cx="196230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mandate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41294" y="5303520"/>
            <a:ext cx="196230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D9CC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41294" y="5303520"/>
            <a:ext cx="196230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and proximity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13325" y="5303520"/>
            <a:ext cx="196230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D9CC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13325" y="5303520"/>
            <a:ext cx="196230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accountability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85355" y="5303520"/>
            <a:ext cx="196230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D9CC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85355" y="5303520"/>
            <a:ext cx="196230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standardization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257386" y="5303520"/>
            <a:ext cx="196230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5875">
            <a:solidFill>
              <a:srgbClr val="D9CC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57386" y="5303520"/>
            <a:ext cx="196230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Boundaries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" y="5907024"/>
            <a:ext cx="10543032" cy="82296"/>
          </a:xfrm>
          <a:prstGeom prst="roundRect">
            <a:avLst>
              <a:gd name="adj" fmla="val 33333"/>
            </a:avLst>
          </a:prstGeom>
          <a:solidFill>
            <a:srgbClr val="F0F0F0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" y="605332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defines what the model can safely support.  Agency reflects how far the model can safely extend.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2026-07-20T08:40:12Z</dcterms:created>
  <dcterms:modified xsi:type="dcterms:W3CDTF">2026-07-20T08:40:12Z</dcterms:modified>
</cp:coreProperties>
</file>